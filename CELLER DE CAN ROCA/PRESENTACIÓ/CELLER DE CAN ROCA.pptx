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Comfortaa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mfortaa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omfortaa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5dd0fc4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5dd0fc4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5dd0fc42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5dd0fc42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5dd0fc42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5dd0fc42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5dd0fc42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5dd0fc42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5dd0fc42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5dd0fc42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5dd0fc42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5dd0fc42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5dd0fc42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5dd0fc42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5dd0fc42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5dd0fc42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5dd0fc42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5dd0fc42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5dd0fc42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5dd0fc42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5dd0fc42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5dd0fc42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5dd0fc42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5dd0fc42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CELLER DE CAN ROCA</a:t>
            </a:r>
            <a:endParaRPr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Joel Ródenas Sánchez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Comfortaa"/>
                <a:ea typeface="Comfortaa"/>
                <a:cs typeface="Comfortaa"/>
                <a:sym typeface="Comfortaa"/>
              </a:rPr>
              <a:t>INDEX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INTRODUCCIÓ                                                      </a:t>
            </a:r>
            <a:r>
              <a:rPr lang="ca"/>
              <a:t> PERQUÈ ÉS NECESSARI?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QUI SÓC?                                                               </a:t>
            </a:r>
            <a:r>
              <a:rPr lang="ca"/>
              <a:t>NECESSITAS DELS USOS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QUI ÉS EL CLIENT?                                               </a:t>
            </a:r>
            <a:r>
              <a:rPr lang="ca"/>
              <a:t>MAPA DEL RESTAURANT</a:t>
            </a:r>
            <a:r>
              <a:rPr lang="ca"/>
              <a:t>                       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QUÈ VOL?                                                              MAPA DE CALOR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PERQUÈ ÉS NECESSARI?                                   IDEA INNOVADORA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ca"/>
              <a:t>NECESSITAS DELS USOS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Comfortaa"/>
                <a:ea typeface="Comfortaa"/>
                <a:cs typeface="Comfortaa"/>
                <a:sym typeface="Comfortaa"/>
              </a:rPr>
              <a:t>INTRODUCCIÓ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Comfortaa"/>
                <a:ea typeface="Comfortaa"/>
                <a:cs typeface="Comfortaa"/>
                <a:sym typeface="Comfortaa"/>
              </a:rPr>
              <a:t>QUI SÓC?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Comfortaa"/>
                <a:ea typeface="Comfortaa"/>
                <a:cs typeface="Comfortaa"/>
                <a:sym typeface="Comfortaa"/>
              </a:rPr>
              <a:t>QUI ÉS EL CLIENT?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Comfortaa"/>
                <a:ea typeface="Comfortaa"/>
                <a:cs typeface="Comfortaa"/>
                <a:sym typeface="Comfortaa"/>
              </a:rPr>
              <a:t>QUÈ VOL?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Comfortaa"/>
                <a:ea typeface="Comfortaa"/>
                <a:cs typeface="Comfortaa"/>
                <a:sym typeface="Comfortaa"/>
              </a:rPr>
              <a:t>PERQUÈ ÉS NECESSARI?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Comfortaa"/>
                <a:ea typeface="Comfortaa"/>
                <a:cs typeface="Comfortaa"/>
                <a:sym typeface="Comfortaa"/>
              </a:rPr>
              <a:t>NECESSITAS</a:t>
            </a:r>
            <a:r>
              <a:rPr lang="ca">
                <a:latin typeface="Comfortaa"/>
                <a:ea typeface="Comfortaa"/>
                <a:cs typeface="Comfortaa"/>
                <a:sym typeface="Comfortaa"/>
              </a:rPr>
              <a:t> DELS USOS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Comfortaa"/>
                <a:ea typeface="Comfortaa"/>
                <a:cs typeface="Comfortaa"/>
                <a:sym typeface="Comfortaa"/>
              </a:rPr>
              <a:t>MAPA DEL </a:t>
            </a:r>
            <a:r>
              <a:rPr lang="ca">
                <a:latin typeface="Comfortaa"/>
                <a:ea typeface="Comfortaa"/>
                <a:cs typeface="Comfortaa"/>
                <a:sym typeface="Comfortaa"/>
              </a:rPr>
              <a:t>RESTAURANT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Comfortaa"/>
                <a:ea typeface="Comfortaa"/>
                <a:cs typeface="Comfortaa"/>
                <a:sym typeface="Comfortaa"/>
              </a:rPr>
              <a:t>MAPA </a:t>
            </a:r>
            <a:r>
              <a:rPr lang="ca">
                <a:latin typeface="Comfortaa"/>
                <a:ea typeface="Comfortaa"/>
                <a:cs typeface="Comfortaa"/>
                <a:sym typeface="Comfortaa"/>
              </a:rPr>
              <a:t>DE</a:t>
            </a:r>
            <a:r>
              <a:rPr lang="ca">
                <a:latin typeface="Comfortaa"/>
                <a:ea typeface="Comfortaa"/>
                <a:cs typeface="Comfortaa"/>
                <a:sym typeface="Comfortaa"/>
              </a:rPr>
              <a:t> CALOR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Comfortaa"/>
                <a:ea typeface="Comfortaa"/>
                <a:cs typeface="Comfortaa"/>
                <a:sym typeface="Comfortaa"/>
              </a:rPr>
              <a:t>IDEA INNOVADORA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Comfortaa"/>
                <a:ea typeface="Comfortaa"/>
                <a:cs typeface="Comfortaa"/>
                <a:sym typeface="Comfortaa"/>
              </a:rPr>
              <a:t>CONCLUSIÓ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Comfortaa"/>
                <a:ea typeface="Comfortaa"/>
                <a:cs typeface="Comfortaa"/>
                <a:sym typeface="Comfortaa"/>
              </a:rPr>
              <a:t>FINS AVIAT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